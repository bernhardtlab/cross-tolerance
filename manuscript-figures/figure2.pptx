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1D994-A77D-1039-75A5-7856F6014D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6A7D44-71DF-D2A9-E989-F443B8BAE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033E4D-6E5E-FF11-BAFB-9C5968F0D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9E816-1CC5-6474-732B-2CD0D7D6B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8F0FD4-36DB-B25F-17AA-F3350EB88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596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9ED4E-9668-FC56-CD7C-98BA542D0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9D373-99C1-0969-1640-9CE5453FD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2CDEC-4D0E-84E8-20E1-0A298B934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642B1-BE13-DE14-97E3-BC4A26039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D3B985-3408-D060-C66B-5409E673E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508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F74E2-6D16-9F01-3D3E-825154B3F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C50B73-0EFF-B656-D974-4A94B9119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BD0B6-AA78-EFF0-EF96-95B0A47FF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B606F3-4495-D376-C6DC-B9129092E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3A6D70-CB10-2151-4C78-CB976B0C2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186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749FC-60DC-FB43-01A2-202340CF2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CE61C-4861-2A03-2631-4122832BEF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16E77-3AA5-FFCE-4B65-00F66C3C0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6FDDBB-2BEC-EF86-3A4D-3FAF9745D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019297-8DAA-DE4B-8183-BA6D1E496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18412A-64AE-B6BF-8470-E3B89BB42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710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7C3DA-3A50-0879-FC02-7C98ACE78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C4E1E-50FB-31BD-DF44-858749AFB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245A81-816B-51F1-E289-ED892C140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9ED242-0111-E717-CD83-F4205260E1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739AA8-6321-526A-E09B-1181EB656F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F62F4-EE7F-18AE-9800-F3A687AC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16469-1F35-82BE-BB2A-6F7E22698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EF4540-145D-F893-6E8E-6E9390967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797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6198E-CF11-7994-6FDC-70C46B391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1D5067-A05D-0D42-2F22-F758D43457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D13AEA-D157-2304-FFD5-5EBC73557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6B73E-EBCB-EA60-FE05-07034E825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753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E99CEB-29F9-2687-3676-C9AC51AA7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8F56F7-2CBC-923C-AF11-4C605C5AB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99D05-8735-FA76-7887-BB00127BA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960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87DA0-A63A-9841-AEA1-4C4EF916C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EFABC-A291-3F41-BD09-16B3756F91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8A31CD-FCA5-5CF0-14F2-85254BF856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0DDB05-1675-6DDB-FA69-D9856E74B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36C103-453F-55A3-F7C2-CEE59357C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D46C94-D5E0-872E-7975-E1140BBBB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270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706DB-8B0D-7488-040E-6F6E62807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36B088-7D71-5D27-343F-A0DCCAE57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0644F3-575B-7756-654C-263D4C8C0A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357379-1F04-1C7E-CD61-6BEFF4A29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98D595-B307-4952-3D16-A88B944A8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C061FE-37FB-A0FF-EDE8-A903CA575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209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61BAE-EBB0-6FC4-103C-9B664267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0D66D5-B6E0-2571-8F24-9A0A03A65F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47626F-FD64-3A08-6704-225C11695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F44202-D2BD-0E90-24A1-3A106B0AF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F47F8-EA9C-0FB3-F901-3349D17A1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94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CB16C5-2DAC-A753-AAD4-5DFC5FC356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FE09FF-321C-4060-2434-B96B0BAEC2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DE7EB-28BD-7A18-F188-5FC125AC4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0D07-366B-89BF-D4B0-39F82C583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F223D-5C9E-3049-2FBC-F29550DB5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536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E77CE7-CCB2-9297-4327-231948F99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60C0D-5C8A-80CD-6ABF-441589D87E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7FDD4-02C7-E776-CFAE-DF148064C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C02D6-97AE-0D43-90A4-072ED046C1C1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148FFC-A755-AA5C-CCC4-65C03BE6DE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327625-9797-FA61-36B8-344D0BDD9B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2B7DE1-F69C-6544-BB21-99CAEE030D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503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1CD2DF-E057-EEFF-A7F6-4D9C63D8F0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34" y="3238500"/>
            <a:ext cx="4333875" cy="3467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35C4A28-BDFC-85E8-6011-8A4A7C52C4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0350" y="38100"/>
            <a:ext cx="7772400" cy="3238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BFB1F8-6C46-5A2B-8426-9AF5A14528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0350" y="3429000"/>
            <a:ext cx="7772400" cy="3238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45F1096-38EF-4EB7-752B-0A9E8C260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6141"/>
            <a:ext cx="4593626" cy="3062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371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Joey Bernhardt</dc:creator>
  <cp:lastModifiedBy>Joey Bernhardt</cp:lastModifiedBy>
  <cp:revision>1</cp:revision>
  <dcterms:created xsi:type="dcterms:W3CDTF">2026-09-14T16:03:50Z</dcterms:created>
  <dcterms:modified xsi:type="dcterms:W3CDTF">2026-09-14T16:09:13Z</dcterms:modified>
</cp:coreProperties>
</file>