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50"/>
  </p:normalViewPr>
  <p:slideViewPr>
    <p:cSldViewPr snapToGrid="0">
      <p:cViewPr>
        <p:scale>
          <a:sx n="178" d="100"/>
          <a:sy n="178" d="100"/>
        </p:scale>
        <p:origin x="1144" y="-1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C02D6-97AE-0D43-90A4-072ED046C1C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B7DE1-F69C-6544-BB21-99CAEE03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06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C02D6-97AE-0D43-90A4-072ED046C1C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B7DE1-F69C-6544-BB21-99CAEE03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29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C02D6-97AE-0D43-90A4-072ED046C1C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B7DE1-F69C-6544-BB21-99CAEE03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42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C02D6-97AE-0D43-90A4-072ED046C1C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B7DE1-F69C-6544-BB21-99CAEE03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30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C02D6-97AE-0D43-90A4-072ED046C1C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B7DE1-F69C-6544-BB21-99CAEE03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511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C02D6-97AE-0D43-90A4-072ED046C1C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B7DE1-F69C-6544-BB21-99CAEE03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6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C02D6-97AE-0D43-90A4-072ED046C1C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B7DE1-F69C-6544-BB21-99CAEE03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102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C02D6-97AE-0D43-90A4-072ED046C1C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B7DE1-F69C-6544-BB21-99CAEE03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307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C02D6-97AE-0D43-90A4-072ED046C1C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B7DE1-F69C-6544-BB21-99CAEE03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26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C02D6-97AE-0D43-90A4-072ED046C1C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B7DE1-F69C-6544-BB21-99CAEE03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50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C02D6-97AE-0D43-90A4-072ED046C1C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B7DE1-F69C-6544-BB21-99CAEE03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64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C02D6-97AE-0D43-90A4-072ED046C1C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2B7DE1-F69C-6544-BB21-99CAEE03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94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1CD2DF-E057-EEFF-A7F6-4D9C63D8F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95166" y="3238500"/>
            <a:ext cx="4333875" cy="3467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5C4A28-BDFC-85E8-6011-8A4A7C52C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6350" y="38100"/>
            <a:ext cx="7772400" cy="3238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BFB1F8-6C46-5A2B-8426-9AF5A1452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350" y="3429000"/>
            <a:ext cx="7772400" cy="3238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5F1096-38EF-4EB7-752B-0A9E8C2602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00" y="126142"/>
            <a:ext cx="4593626" cy="306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371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FD44B0-9A97-4F45-CD2A-4C9D942F5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95166" y="3238500"/>
            <a:ext cx="4333875" cy="3467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E488E9-F6A8-1EDF-E9AA-316B0808F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6350" y="0"/>
            <a:ext cx="7772400" cy="3238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732970-339E-FDA0-1FEA-6A12445362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350" y="3429000"/>
            <a:ext cx="7772400" cy="3238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AF6E57-5C2F-9E74-9620-1362285BAD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00" y="88042"/>
            <a:ext cx="4593626" cy="306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988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1501</TotalTime>
  <Words>0</Words>
  <Application>Microsoft Macintosh PowerPoint</Application>
  <PresentationFormat>Letter Paper (8.5x11 in)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Joey Bernhardt</dc:creator>
  <cp:lastModifiedBy>Joey Bernhardt</cp:lastModifiedBy>
  <cp:revision>2</cp:revision>
  <dcterms:created xsi:type="dcterms:W3CDTF">2026-09-14T16:03:50Z</dcterms:created>
  <dcterms:modified xsi:type="dcterms:W3CDTF">2026-10-01T17:02:20Z</dcterms:modified>
</cp:coreProperties>
</file>