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169150" cy="5376863" type="B5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50"/>
  </p:normalViewPr>
  <p:slideViewPr>
    <p:cSldViewPr snapToGrid="0">
      <p:cViewPr>
        <p:scale>
          <a:sx n="320" d="100"/>
          <a:sy n="320" d="100"/>
        </p:scale>
        <p:origin x="-280" y="-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7686" y="879964"/>
            <a:ext cx="6093778" cy="1871945"/>
          </a:xfrm>
        </p:spPr>
        <p:txBody>
          <a:bodyPr anchor="b"/>
          <a:lstStyle>
            <a:lvl1pPr algn="ctr">
              <a:defRPr sz="47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6144" y="2824098"/>
            <a:ext cx="5376863" cy="1298164"/>
          </a:xfrm>
        </p:spPr>
        <p:txBody>
          <a:bodyPr/>
          <a:lstStyle>
            <a:lvl1pPr marL="0" indent="0" algn="ctr">
              <a:buNone/>
              <a:defRPr sz="1882"/>
            </a:lvl1pPr>
            <a:lvl2pPr marL="358445" indent="0" algn="ctr">
              <a:buNone/>
              <a:defRPr sz="1568"/>
            </a:lvl2pPr>
            <a:lvl3pPr marL="716890" indent="0" algn="ctr">
              <a:buNone/>
              <a:defRPr sz="1411"/>
            </a:lvl3pPr>
            <a:lvl4pPr marL="1075334" indent="0" algn="ctr">
              <a:buNone/>
              <a:defRPr sz="1254"/>
            </a:lvl4pPr>
            <a:lvl5pPr marL="1433779" indent="0" algn="ctr">
              <a:buNone/>
              <a:defRPr sz="1254"/>
            </a:lvl5pPr>
            <a:lvl6pPr marL="1792224" indent="0" algn="ctr">
              <a:buNone/>
              <a:defRPr sz="1254"/>
            </a:lvl6pPr>
            <a:lvl7pPr marL="2150669" indent="0" algn="ctr">
              <a:buNone/>
              <a:defRPr sz="1254"/>
            </a:lvl7pPr>
            <a:lvl8pPr marL="2509114" indent="0" algn="ctr">
              <a:buNone/>
              <a:defRPr sz="1254"/>
            </a:lvl8pPr>
            <a:lvl9pPr marL="2867558" indent="0" algn="ctr">
              <a:buNone/>
              <a:defRPr sz="125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32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2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145" y="1340484"/>
            <a:ext cx="6183392" cy="2236625"/>
          </a:xfrm>
        </p:spPr>
        <p:txBody>
          <a:bodyPr anchor="b"/>
          <a:lstStyle>
            <a:lvl1pPr>
              <a:defRPr sz="47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145" y="3598268"/>
            <a:ext cx="6183392" cy="1176188"/>
          </a:xfrm>
        </p:spPr>
        <p:txBody>
          <a:bodyPr/>
          <a:lstStyle>
            <a:lvl1pPr marL="0" indent="0">
              <a:buNone/>
              <a:defRPr sz="1882">
                <a:solidFill>
                  <a:schemeClr val="tx1">
                    <a:tint val="82000"/>
                  </a:schemeClr>
                </a:solidFill>
              </a:defRPr>
            </a:lvl1pPr>
            <a:lvl2pPr marL="358445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2pPr>
            <a:lvl3pPr marL="716890" indent="0">
              <a:buNone/>
              <a:defRPr sz="1411">
                <a:solidFill>
                  <a:schemeClr val="tx1">
                    <a:tint val="82000"/>
                  </a:schemeClr>
                </a:solidFill>
              </a:defRPr>
            </a:lvl3pPr>
            <a:lvl4pPr marL="1075334" indent="0">
              <a:buNone/>
              <a:defRPr sz="1254">
                <a:solidFill>
                  <a:schemeClr val="tx1">
                    <a:tint val="82000"/>
                  </a:schemeClr>
                </a:solidFill>
              </a:defRPr>
            </a:lvl4pPr>
            <a:lvl5pPr marL="1433779" indent="0">
              <a:buNone/>
              <a:defRPr sz="1254">
                <a:solidFill>
                  <a:schemeClr val="tx1">
                    <a:tint val="82000"/>
                  </a:schemeClr>
                </a:solidFill>
              </a:defRPr>
            </a:lvl5pPr>
            <a:lvl6pPr marL="1792224" indent="0">
              <a:buNone/>
              <a:defRPr sz="1254">
                <a:solidFill>
                  <a:schemeClr val="tx1">
                    <a:tint val="82000"/>
                  </a:schemeClr>
                </a:solidFill>
              </a:defRPr>
            </a:lvl6pPr>
            <a:lvl7pPr marL="2150669" indent="0">
              <a:buNone/>
              <a:defRPr sz="1254">
                <a:solidFill>
                  <a:schemeClr val="tx1">
                    <a:tint val="82000"/>
                  </a:schemeClr>
                </a:solidFill>
              </a:defRPr>
            </a:lvl7pPr>
            <a:lvl8pPr marL="2509114" indent="0">
              <a:buNone/>
              <a:defRPr sz="1254">
                <a:solidFill>
                  <a:schemeClr val="tx1">
                    <a:tint val="82000"/>
                  </a:schemeClr>
                </a:solidFill>
              </a:defRPr>
            </a:lvl8pPr>
            <a:lvl9pPr marL="2867558" indent="0">
              <a:buNone/>
              <a:defRPr sz="125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4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2879" y="1431341"/>
            <a:ext cx="3046889" cy="3411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29382" y="1431341"/>
            <a:ext cx="3046889" cy="3411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5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13" y="286269"/>
            <a:ext cx="6183392" cy="1039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814" y="1318079"/>
            <a:ext cx="3032886" cy="645970"/>
          </a:xfrm>
        </p:spPr>
        <p:txBody>
          <a:bodyPr anchor="b"/>
          <a:lstStyle>
            <a:lvl1pPr marL="0" indent="0">
              <a:buNone/>
              <a:defRPr sz="1882" b="1"/>
            </a:lvl1pPr>
            <a:lvl2pPr marL="358445" indent="0">
              <a:buNone/>
              <a:defRPr sz="1568" b="1"/>
            </a:lvl2pPr>
            <a:lvl3pPr marL="716890" indent="0">
              <a:buNone/>
              <a:defRPr sz="1411" b="1"/>
            </a:lvl3pPr>
            <a:lvl4pPr marL="1075334" indent="0">
              <a:buNone/>
              <a:defRPr sz="1254" b="1"/>
            </a:lvl4pPr>
            <a:lvl5pPr marL="1433779" indent="0">
              <a:buNone/>
              <a:defRPr sz="1254" b="1"/>
            </a:lvl5pPr>
            <a:lvl6pPr marL="1792224" indent="0">
              <a:buNone/>
              <a:defRPr sz="1254" b="1"/>
            </a:lvl6pPr>
            <a:lvl7pPr marL="2150669" indent="0">
              <a:buNone/>
              <a:defRPr sz="1254" b="1"/>
            </a:lvl7pPr>
            <a:lvl8pPr marL="2509114" indent="0">
              <a:buNone/>
              <a:defRPr sz="1254" b="1"/>
            </a:lvl8pPr>
            <a:lvl9pPr marL="2867558" indent="0">
              <a:buNone/>
              <a:defRPr sz="12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814" y="1964048"/>
            <a:ext cx="3032886" cy="2888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29382" y="1318079"/>
            <a:ext cx="3047823" cy="645970"/>
          </a:xfrm>
        </p:spPr>
        <p:txBody>
          <a:bodyPr anchor="b"/>
          <a:lstStyle>
            <a:lvl1pPr marL="0" indent="0">
              <a:buNone/>
              <a:defRPr sz="1882" b="1"/>
            </a:lvl1pPr>
            <a:lvl2pPr marL="358445" indent="0">
              <a:buNone/>
              <a:defRPr sz="1568" b="1"/>
            </a:lvl2pPr>
            <a:lvl3pPr marL="716890" indent="0">
              <a:buNone/>
              <a:defRPr sz="1411" b="1"/>
            </a:lvl3pPr>
            <a:lvl4pPr marL="1075334" indent="0">
              <a:buNone/>
              <a:defRPr sz="1254" b="1"/>
            </a:lvl4pPr>
            <a:lvl5pPr marL="1433779" indent="0">
              <a:buNone/>
              <a:defRPr sz="1254" b="1"/>
            </a:lvl5pPr>
            <a:lvl6pPr marL="1792224" indent="0">
              <a:buNone/>
              <a:defRPr sz="1254" b="1"/>
            </a:lvl6pPr>
            <a:lvl7pPr marL="2150669" indent="0">
              <a:buNone/>
              <a:defRPr sz="1254" b="1"/>
            </a:lvl7pPr>
            <a:lvl8pPr marL="2509114" indent="0">
              <a:buNone/>
              <a:defRPr sz="1254" b="1"/>
            </a:lvl8pPr>
            <a:lvl9pPr marL="2867558" indent="0">
              <a:buNone/>
              <a:defRPr sz="12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29382" y="1964048"/>
            <a:ext cx="3047823" cy="2888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9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02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2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13" y="358458"/>
            <a:ext cx="2312237" cy="1254601"/>
          </a:xfrm>
        </p:spPr>
        <p:txBody>
          <a:bodyPr anchor="b"/>
          <a:lstStyle>
            <a:lvl1pPr>
              <a:defRPr sz="25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823" y="774170"/>
            <a:ext cx="3629382" cy="3821058"/>
          </a:xfrm>
        </p:spPr>
        <p:txBody>
          <a:bodyPr/>
          <a:lstStyle>
            <a:lvl1pPr>
              <a:defRPr sz="2509"/>
            </a:lvl1pPr>
            <a:lvl2pPr>
              <a:defRPr sz="2195"/>
            </a:lvl2pPr>
            <a:lvl3pPr>
              <a:defRPr sz="1882"/>
            </a:lvl3pPr>
            <a:lvl4pPr>
              <a:defRPr sz="1568"/>
            </a:lvl4pPr>
            <a:lvl5pPr>
              <a:defRPr sz="1568"/>
            </a:lvl5pPr>
            <a:lvl6pPr>
              <a:defRPr sz="1568"/>
            </a:lvl6pPr>
            <a:lvl7pPr>
              <a:defRPr sz="1568"/>
            </a:lvl7pPr>
            <a:lvl8pPr>
              <a:defRPr sz="1568"/>
            </a:lvl8pPr>
            <a:lvl9pPr>
              <a:defRPr sz="15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813" y="1613059"/>
            <a:ext cx="2312237" cy="2988391"/>
          </a:xfrm>
        </p:spPr>
        <p:txBody>
          <a:bodyPr/>
          <a:lstStyle>
            <a:lvl1pPr marL="0" indent="0">
              <a:buNone/>
              <a:defRPr sz="1254"/>
            </a:lvl1pPr>
            <a:lvl2pPr marL="358445" indent="0">
              <a:buNone/>
              <a:defRPr sz="1098"/>
            </a:lvl2pPr>
            <a:lvl3pPr marL="716890" indent="0">
              <a:buNone/>
              <a:defRPr sz="941"/>
            </a:lvl3pPr>
            <a:lvl4pPr marL="1075334" indent="0">
              <a:buNone/>
              <a:defRPr sz="784"/>
            </a:lvl4pPr>
            <a:lvl5pPr marL="1433779" indent="0">
              <a:buNone/>
              <a:defRPr sz="784"/>
            </a:lvl5pPr>
            <a:lvl6pPr marL="1792224" indent="0">
              <a:buNone/>
              <a:defRPr sz="784"/>
            </a:lvl6pPr>
            <a:lvl7pPr marL="2150669" indent="0">
              <a:buNone/>
              <a:defRPr sz="784"/>
            </a:lvl7pPr>
            <a:lvl8pPr marL="2509114" indent="0">
              <a:buNone/>
              <a:defRPr sz="784"/>
            </a:lvl8pPr>
            <a:lvl9pPr marL="2867558" indent="0">
              <a:buNone/>
              <a:defRPr sz="7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2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13" y="358458"/>
            <a:ext cx="2312237" cy="1254601"/>
          </a:xfrm>
        </p:spPr>
        <p:txBody>
          <a:bodyPr anchor="b"/>
          <a:lstStyle>
            <a:lvl1pPr>
              <a:defRPr sz="25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47823" y="774170"/>
            <a:ext cx="3629382" cy="3821058"/>
          </a:xfrm>
        </p:spPr>
        <p:txBody>
          <a:bodyPr anchor="t"/>
          <a:lstStyle>
            <a:lvl1pPr marL="0" indent="0">
              <a:buNone/>
              <a:defRPr sz="2509"/>
            </a:lvl1pPr>
            <a:lvl2pPr marL="358445" indent="0">
              <a:buNone/>
              <a:defRPr sz="2195"/>
            </a:lvl2pPr>
            <a:lvl3pPr marL="716890" indent="0">
              <a:buNone/>
              <a:defRPr sz="1882"/>
            </a:lvl3pPr>
            <a:lvl4pPr marL="1075334" indent="0">
              <a:buNone/>
              <a:defRPr sz="1568"/>
            </a:lvl4pPr>
            <a:lvl5pPr marL="1433779" indent="0">
              <a:buNone/>
              <a:defRPr sz="1568"/>
            </a:lvl5pPr>
            <a:lvl6pPr marL="1792224" indent="0">
              <a:buNone/>
              <a:defRPr sz="1568"/>
            </a:lvl6pPr>
            <a:lvl7pPr marL="2150669" indent="0">
              <a:buNone/>
              <a:defRPr sz="1568"/>
            </a:lvl7pPr>
            <a:lvl8pPr marL="2509114" indent="0">
              <a:buNone/>
              <a:defRPr sz="1568"/>
            </a:lvl8pPr>
            <a:lvl9pPr marL="2867558" indent="0">
              <a:buNone/>
              <a:defRPr sz="15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813" y="1613059"/>
            <a:ext cx="2312237" cy="2988391"/>
          </a:xfrm>
        </p:spPr>
        <p:txBody>
          <a:bodyPr/>
          <a:lstStyle>
            <a:lvl1pPr marL="0" indent="0">
              <a:buNone/>
              <a:defRPr sz="1254"/>
            </a:lvl1pPr>
            <a:lvl2pPr marL="358445" indent="0">
              <a:buNone/>
              <a:defRPr sz="1098"/>
            </a:lvl2pPr>
            <a:lvl3pPr marL="716890" indent="0">
              <a:buNone/>
              <a:defRPr sz="941"/>
            </a:lvl3pPr>
            <a:lvl4pPr marL="1075334" indent="0">
              <a:buNone/>
              <a:defRPr sz="784"/>
            </a:lvl4pPr>
            <a:lvl5pPr marL="1433779" indent="0">
              <a:buNone/>
              <a:defRPr sz="784"/>
            </a:lvl5pPr>
            <a:lvl6pPr marL="1792224" indent="0">
              <a:buNone/>
              <a:defRPr sz="784"/>
            </a:lvl6pPr>
            <a:lvl7pPr marL="2150669" indent="0">
              <a:buNone/>
              <a:defRPr sz="784"/>
            </a:lvl7pPr>
            <a:lvl8pPr marL="2509114" indent="0">
              <a:buNone/>
              <a:defRPr sz="784"/>
            </a:lvl8pPr>
            <a:lvl9pPr marL="2867558" indent="0">
              <a:buNone/>
              <a:defRPr sz="7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24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2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30423" y="286268"/>
            <a:ext cx="1545848" cy="45566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2879" y="286268"/>
            <a:ext cx="4547930" cy="45566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9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879" y="286269"/>
            <a:ext cx="6183392" cy="1039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879" y="1431341"/>
            <a:ext cx="6183392" cy="3411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2879" y="4983557"/>
            <a:ext cx="1613059" cy="28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D921C-7A22-E247-BFE6-EE647318B7A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74781" y="4983557"/>
            <a:ext cx="2419588" cy="28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63212" y="4983557"/>
            <a:ext cx="1613059" cy="28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39A4D-52D4-384C-9074-5EC3B511D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1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6890" rtl="0" eaLnBrk="1" latinLnBrk="0" hangingPunct="1">
        <a:lnSpc>
          <a:spcPct val="90000"/>
        </a:lnSpc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222" indent="-179222" algn="l" defTabSz="716890" rtl="0" eaLnBrk="1" latinLnBrk="0" hangingPunct="1">
        <a:lnSpc>
          <a:spcPct val="90000"/>
        </a:lnSpc>
        <a:spcBef>
          <a:spcPts val="784"/>
        </a:spcBef>
        <a:buFont typeface="Arial" panose="020B0604020202020204" pitchFamily="34" charset="0"/>
        <a:buChar char="•"/>
        <a:defRPr sz="2195" kern="1200">
          <a:solidFill>
            <a:schemeClr val="tx1"/>
          </a:solidFill>
          <a:latin typeface="+mn-lt"/>
          <a:ea typeface="+mn-ea"/>
          <a:cs typeface="+mn-cs"/>
        </a:defRPr>
      </a:lvl1pPr>
      <a:lvl2pPr marL="537667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882" kern="1200">
          <a:solidFill>
            <a:schemeClr val="tx1"/>
          </a:solidFill>
          <a:latin typeface="+mn-lt"/>
          <a:ea typeface="+mn-ea"/>
          <a:cs typeface="+mn-cs"/>
        </a:defRPr>
      </a:lvl2pPr>
      <a:lvl3pPr marL="896112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568" kern="1200">
          <a:solidFill>
            <a:schemeClr val="tx1"/>
          </a:solidFill>
          <a:latin typeface="+mn-lt"/>
          <a:ea typeface="+mn-ea"/>
          <a:cs typeface="+mn-cs"/>
        </a:defRPr>
      </a:lvl3pPr>
      <a:lvl4pPr marL="1254557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4pPr>
      <a:lvl5pPr marL="1613002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5pPr>
      <a:lvl6pPr marL="1971446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6pPr>
      <a:lvl7pPr marL="2329891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8pPr>
      <a:lvl9pPr marL="3046781" indent="-179222" algn="l" defTabSz="71689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1pPr>
      <a:lvl2pPr marL="358445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716890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3pPr>
      <a:lvl4pPr marL="1075334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4pPr>
      <a:lvl5pPr marL="1433779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5pPr>
      <a:lvl6pPr marL="1792224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6pPr>
      <a:lvl7pPr marL="2150669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7pPr>
      <a:lvl8pPr marL="2509114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8pPr>
      <a:lvl9pPr marL="2867558" algn="l" defTabSz="716890" rtl="0" eaLnBrk="1" latinLnBrk="0" hangingPunct="1">
        <a:defRPr sz="14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02ECB8-406C-5C98-4D54-9051326D5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73" y="964508"/>
            <a:ext cx="1694272" cy="1355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3196E0-F51B-17F6-9A02-2F2052862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55" y="1327628"/>
            <a:ext cx="2381512" cy="992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5A50A5-4B06-9333-AE7E-825F0C784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55" y="2376463"/>
            <a:ext cx="2381512" cy="992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56AC0-82A0-453E-3427-F324A591E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194" y="289609"/>
            <a:ext cx="1514625" cy="1009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99D559-C803-7CF0-79DA-99C14C0979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998" y="142246"/>
            <a:ext cx="1128844" cy="11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02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1493</TotalTime>
  <Words>0</Words>
  <Application>Microsoft Macintosh PowerPoint</Application>
  <PresentationFormat>B5 (ISO) Paper (176x250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Bernhardt</dc:creator>
  <cp:lastModifiedBy>Joey Bernhardt</cp:lastModifiedBy>
  <cp:revision>5</cp:revision>
  <dcterms:created xsi:type="dcterms:W3CDTF">2026-09-30T16:08:32Z</dcterms:created>
  <dcterms:modified xsi:type="dcterms:W3CDTF">2026-10-01T17:01:53Z</dcterms:modified>
</cp:coreProperties>
</file>